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Open Sans ExtraBold"/>
      <p:bold r:id="rId20"/>
      <p:boldItalic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ExtraBold-bold.fntdata"/><Relationship Id="rId22" Type="http://schemas.openxmlformats.org/officeDocument/2006/relationships/font" Target="fonts/OpenSans-regular.fntdata"/><Relationship Id="rId21" Type="http://schemas.openxmlformats.org/officeDocument/2006/relationships/font" Target="fonts/OpenSansExtraBold-boldItalic.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8aae18760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g8aae18760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8ab390642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8ab390642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e1762af61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3e1762af61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e1762af61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e1762af61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1762af61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1762af61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1762af61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1762af61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1762af61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1762af61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1762af61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e1762af61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1762af61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1762af61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1762af61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1762af61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1762af61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1762af61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18f6032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18f6032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18f60329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18f60329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ab390642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8ab390642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Portada">
  <p:cSld name="TITLE_1">
    <p:bg>
      <p:bgPr>
        <a:solidFill>
          <a:srgbClr val="002E4C"/>
        </a:solidFill>
      </p:bgPr>
    </p:bg>
    <p:spTree>
      <p:nvGrpSpPr>
        <p:cNvPr id="6" name="Shape 6"/>
        <p:cNvGrpSpPr/>
        <p:nvPr/>
      </p:nvGrpSpPr>
      <p:grpSpPr>
        <a:xfrm>
          <a:off x="0" y="0"/>
          <a:ext cx="0" cy="0"/>
          <a:chOff x="0" y="0"/>
          <a:chExt cx="0" cy="0"/>
        </a:xfrm>
      </p:grpSpPr>
      <p:sp>
        <p:nvSpPr>
          <p:cNvPr id="7" name="Google Shape;7;p2"/>
          <p:cNvSpPr/>
          <p:nvPr/>
        </p:nvSpPr>
        <p:spPr>
          <a:xfrm>
            <a:off x="1047750" y="990625"/>
            <a:ext cx="1394100" cy="762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 name="Google Shape;8;p2"/>
          <p:cNvPicPr preferRelativeResize="0"/>
          <p:nvPr/>
        </p:nvPicPr>
        <p:blipFill>
          <a:blip r:embed="rId2">
            <a:alphaModFix/>
          </a:blip>
          <a:stretch>
            <a:fillRect/>
          </a:stretch>
        </p:blipFill>
        <p:spPr>
          <a:xfrm>
            <a:off x="6497075" y="4033300"/>
            <a:ext cx="1889385" cy="522300"/>
          </a:xfrm>
          <a:prstGeom prst="rect">
            <a:avLst/>
          </a:prstGeom>
          <a:noFill/>
          <a:ln>
            <a:noFill/>
          </a:ln>
        </p:spPr>
      </p:pic>
      <p:sp>
        <p:nvSpPr>
          <p:cNvPr id="9" name="Google Shape;9;p2"/>
          <p:cNvSpPr txBox="1"/>
          <p:nvPr>
            <p:ph type="title"/>
          </p:nvPr>
        </p:nvSpPr>
        <p:spPr>
          <a:xfrm>
            <a:off x="1676400" y="1123950"/>
            <a:ext cx="3924300" cy="981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200">
                <a:solidFill>
                  <a:schemeClr val="lt1"/>
                </a:solidFill>
                <a:latin typeface="Open Sans ExtraBold"/>
                <a:ea typeface="Open Sans ExtraBold"/>
                <a:cs typeface="Open Sans ExtraBold"/>
                <a:sym typeface="Open Sans ExtraBold"/>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0" name="Google Shape;10;p2"/>
          <p:cNvSpPr txBox="1"/>
          <p:nvPr>
            <p:ph idx="1" type="subTitle"/>
          </p:nvPr>
        </p:nvSpPr>
        <p:spPr>
          <a:xfrm>
            <a:off x="1676400" y="2324000"/>
            <a:ext cx="3790800" cy="638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2000">
                <a:solidFill>
                  <a:schemeClr val="lt1"/>
                </a:solidFill>
                <a:latin typeface="Open Sans"/>
                <a:ea typeface="Open Sans"/>
                <a:cs typeface="Open Sans"/>
                <a:sym typeface="Open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Portadilla">
  <p:cSld name="TITLE_1_1">
    <p:spTree>
      <p:nvGrpSpPr>
        <p:cNvPr id="11" name="Shape 11"/>
        <p:cNvGrpSpPr/>
        <p:nvPr/>
      </p:nvGrpSpPr>
      <p:grpSpPr>
        <a:xfrm>
          <a:off x="0" y="0"/>
          <a:ext cx="0" cy="0"/>
          <a:chOff x="0" y="0"/>
          <a:chExt cx="0" cy="0"/>
        </a:xfrm>
      </p:grpSpPr>
      <p:sp>
        <p:nvSpPr>
          <p:cNvPr id="12" name="Google Shape;12;p3"/>
          <p:cNvSpPr/>
          <p:nvPr/>
        </p:nvSpPr>
        <p:spPr>
          <a:xfrm>
            <a:off x="1268350" y="1411788"/>
            <a:ext cx="1259100" cy="360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0" y="4686000"/>
            <a:ext cx="9144000" cy="457500"/>
          </a:xfrm>
          <a:prstGeom prst="rect">
            <a:avLst/>
          </a:prstGeom>
          <a:solidFill>
            <a:srgbClr val="00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 name="Google Shape;14;p3"/>
          <p:cNvPicPr preferRelativeResize="0"/>
          <p:nvPr/>
        </p:nvPicPr>
        <p:blipFill>
          <a:blip r:embed="rId2">
            <a:alphaModFix/>
          </a:blip>
          <a:stretch>
            <a:fillRect/>
          </a:stretch>
        </p:blipFill>
        <p:spPr>
          <a:xfrm>
            <a:off x="7220067" y="4770047"/>
            <a:ext cx="1377564" cy="289424"/>
          </a:xfrm>
          <a:prstGeom prst="rect">
            <a:avLst/>
          </a:prstGeom>
          <a:noFill/>
          <a:ln>
            <a:noFill/>
          </a:ln>
        </p:spPr>
      </p:pic>
      <p:sp>
        <p:nvSpPr>
          <p:cNvPr id="15" name="Google Shape;15;p3"/>
          <p:cNvSpPr/>
          <p:nvPr/>
        </p:nvSpPr>
        <p:spPr>
          <a:xfrm>
            <a:off x="8968150" y="4686025"/>
            <a:ext cx="175800" cy="4575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1672050" y="1447800"/>
            <a:ext cx="5014500" cy="904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rgbClr val="002E4C"/>
                </a:solidFill>
                <a:latin typeface="Open Sans ExtraBold"/>
                <a:ea typeface="Open Sans ExtraBold"/>
                <a:cs typeface="Open Sans ExtraBold"/>
                <a:sym typeface="Open Sans ExtraBold"/>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Normal">
  <p:cSld name="CUSTOM">
    <p:spTree>
      <p:nvGrpSpPr>
        <p:cNvPr id="17" name="Shape 17"/>
        <p:cNvGrpSpPr/>
        <p:nvPr/>
      </p:nvGrpSpPr>
      <p:grpSpPr>
        <a:xfrm>
          <a:off x="0" y="0"/>
          <a:ext cx="0" cy="0"/>
          <a:chOff x="0" y="0"/>
          <a:chExt cx="0" cy="0"/>
        </a:xfrm>
      </p:grpSpPr>
      <p:sp>
        <p:nvSpPr>
          <p:cNvPr id="18" name="Google Shape;18;p4"/>
          <p:cNvSpPr/>
          <p:nvPr/>
        </p:nvSpPr>
        <p:spPr>
          <a:xfrm>
            <a:off x="304850" y="384125"/>
            <a:ext cx="1259100" cy="360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0" y="4686000"/>
            <a:ext cx="9144000" cy="457500"/>
          </a:xfrm>
          <a:prstGeom prst="rect">
            <a:avLst/>
          </a:prstGeom>
          <a:solidFill>
            <a:srgbClr val="00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 name="Google Shape;20;p4"/>
          <p:cNvPicPr preferRelativeResize="0"/>
          <p:nvPr/>
        </p:nvPicPr>
        <p:blipFill>
          <a:blip r:embed="rId2">
            <a:alphaModFix/>
          </a:blip>
          <a:stretch>
            <a:fillRect/>
          </a:stretch>
        </p:blipFill>
        <p:spPr>
          <a:xfrm>
            <a:off x="7220067" y="4770047"/>
            <a:ext cx="1377564" cy="289424"/>
          </a:xfrm>
          <a:prstGeom prst="rect">
            <a:avLst/>
          </a:prstGeom>
          <a:noFill/>
          <a:ln>
            <a:noFill/>
          </a:ln>
        </p:spPr>
      </p:pic>
      <p:sp>
        <p:nvSpPr>
          <p:cNvPr id="21" name="Google Shape;21;p4"/>
          <p:cNvSpPr/>
          <p:nvPr/>
        </p:nvSpPr>
        <p:spPr>
          <a:xfrm>
            <a:off x="8968150" y="4686025"/>
            <a:ext cx="175800" cy="4575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795250" y="384125"/>
            <a:ext cx="7857300" cy="5799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400">
                <a:solidFill>
                  <a:srgbClr val="002E4C"/>
                </a:solidFill>
                <a:latin typeface="Open Sans ExtraBold"/>
                <a:ea typeface="Open Sans ExtraBold"/>
                <a:cs typeface="Open Sans ExtraBold"/>
                <a:sym typeface="Open Sans ExtraBold"/>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3" name="Google Shape;23;p4"/>
          <p:cNvSpPr txBox="1"/>
          <p:nvPr>
            <p:ph idx="1" type="subTitle"/>
          </p:nvPr>
        </p:nvSpPr>
        <p:spPr>
          <a:xfrm>
            <a:off x="795250" y="1005250"/>
            <a:ext cx="7857300" cy="457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2000">
                <a:solidFill>
                  <a:srgbClr val="002E4C"/>
                </a:solidFill>
                <a:latin typeface="Open Sans"/>
                <a:ea typeface="Open Sans"/>
                <a:cs typeface="Open Sans"/>
                <a:sym typeface="Open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4" name="Google Shape;24;p4"/>
          <p:cNvSpPr txBox="1"/>
          <p:nvPr>
            <p:ph idx="2" type="body"/>
          </p:nvPr>
        </p:nvSpPr>
        <p:spPr>
          <a:xfrm>
            <a:off x="795250" y="1733550"/>
            <a:ext cx="7857300" cy="2457600"/>
          </a:xfrm>
          <a:prstGeom prst="rect">
            <a:avLst/>
          </a:prstGeom>
          <a:noFill/>
          <a:ln>
            <a:noFill/>
          </a:ln>
        </p:spPr>
        <p:txBody>
          <a:bodyPr anchorCtr="0" anchor="t" bIns="91425" lIns="91425" spcFirstLastPara="1" rIns="91425" wrap="square" tIns="91425">
            <a:noAutofit/>
          </a:bodyPr>
          <a:lstStyle>
            <a:lvl1pPr indent="-330200" lvl="0" marL="457200" rtl="0">
              <a:lnSpc>
                <a:spcPct val="115000"/>
              </a:lnSpc>
              <a:spcBef>
                <a:spcPts val="0"/>
              </a:spcBef>
              <a:spcAft>
                <a:spcPts val="0"/>
              </a:spcAft>
              <a:buClr>
                <a:srgbClr val="002E4C"/>
              </a:buClr>
              <a:buSzPts val="1600"/>
              <a:buFont typeface="Open Sans"/>
              <a:buAutoNum type="arabicPeriod"/>
              <a:defRPr sz="1600">
                <a:solidFill>
                  <a:srgbClr val="002E4C"/>
                </a:solidFill>
                <a:latin typeface="Open Sans"/>
                <a:ea typeface="Open Sans"/>
                <a:cs typeface="Open Sans"/>
                <a:sym typeface="Open Sans"/>
              </a:defRPr>
            </a:lvl1pPr>
            <a:lvl2pPr indent="-330200" lvl="1" marL="914400" rtl="0">
              <a:lnSpc>
                <a:spcPct val="115000"/>
              </a:lnSpc>
              <a:spcBef>
                <a:spcPts val="0"/>
              </a:spcBef>
              <a:spcAft>
                <a:spcPts val="0"/>
              </a:spcAft>
              <a:buClr>
                <a:srgbClr val="002E4C"/>
              </a:buClr>
              <a:buSzPts val="1600"/>
              <a:buFont typeface="Open Sans"/>
              <a:buAutoNum type="alphaLcPeriod"/>
              <a:defRPr sz="1600">
                <a:solidFill>
                  <a:srgbClr val="002E4C"/>
                </a:solidFill>
                <a:latin typeface="Open Sans"/>
                <a:ea typeface="Open Sans"/>
                <a:cs typeface="Open Sans"/>
                <a:sym typeface="Open Sans"/>
              </a:defRPr>
            </a:lvl2pPr>
            <a:lvl3pPr indent="-330200" lvl="2" marL="1371600" rtl="0">
              <a:lnSpc>
                <a:spcPct val="115000"/>
              </a:lnSpc>
              <a:spcBef>
                <a:spcPts val="0"/>
              </a:spcBef>
              <a:spcAft>
                <a:spcPts val="0"/>
              </a:spcAft>
              <a:buClr>
                <a:srgbClr val="002E4C"/>
              </a:buClr>
              <a:buSzPts val="1600"/>
              <a:buFont typeface="Open Sans"/>
              <a:buAutoNum type="romanLcPeriod"/>
              <a:defRPr sz="1600">
                <a:solidFill>
                  <a:srgbClr val="002E4C"/>
                </a:solidFill>
                <a:latin typeface="Open Sans"/>
                <a:ea typeface="Open Sans"/>
                <a:cs typeface="Open Sans"/>
                <a:sym typeface="Open Sans"/>
              </a:defRPr>
            </a:lvl3pPr>
            <a:lvl4pPr indent="-330200" lvl="3" marL="1828800" rtl="0">
              <a:lnSpc>
                <a:spcPct val="115000"/>
              </a:lnSpc>
              <a:spcBef>
                <a:spcPts val="0"/>
              </a:spcBef>
              <a:spcAft>
                <a:spcPts val="0"/>
              </a:spcAft>
              <a:buClr>
                <a:srgbClr val="002E4C"/>
              </a:buClr>
              <a:buSzPts val="1600"/>
              <a:buFont typeface="Open Sans"/>
              <a:buAutoNum type="arabicPeriod"/>
              <a:defRPr sz="1600">
                <a:solidFill>
                  <a:srgbClr val="002E4C"/>
                </a:solidFill>
                <a:latin typeface="Open Sans"/>
                <a:ea typeface="Open Sans"/>
                <a:cs typeface="Open Sans"/>
                <a:sym typeface="Open Sans"/>
              </a:defRPr>
            </a:lvl4pPr>
            <a:lvl5pPr indent="-330200" lvl="4" marL="2286000" rtl="0">
              <a:lnSpc>
                <a:spcPct val="115000"/>
              </a:lnSpc>
              <a:spcBef>
                <a:spcPts val="0"/>
              </a:spcBef>
              <a:spcAft>
                <a:spcPts val="0"/>
              </a:spcAft>
              <a:buClr>
                <a:srgbClr val="002E4C"/>
              </a:buClr>
              <a:buSzPts val="1600"/>
              <a:buFont typeface="Open Sans"/>
              <a:buAutoNum type="alphaLcPeriod"/>
              <a:defRPr sz="1600">
                <a:solidFill>
                  <a:srgbClr val="002E4C"/>
                </a:solidFill>
                <a:latin typeface="Open Sans"/>
                <a:ea typeface="Open Sans"/>
                <a:cs typeface="Open Sans"/>
                <a:sym typeface="Open Sans"/>
              </a:defRPr>
            </a:lvl5pPr>
            <a:lvl6pPr indent="-330200" lvl="5" marL="2743200" rtl="0">
              <a:lnSpc>
                <a:spcPct val="115000"/>
              </a:lnSpc>
              <a:spcBef>
                <a:spcPts val="0"/>
              </a:spcBef>
              <a:spcAft>
                <a:spcPts val="0"/>
              </a:spcAft>
              <a:buClr>
                <a:srgbClr val="002E4C"/>
              </a:buClr>
              <a:buSzPts val="1600"/>
              <a:buFont typeface="Open Sans"/>
              <a:buAutoNum type="romanLcPeriod"/>
              <a:defRPr sz="1600">
                <a:solidFill>
                  <a:srgbClr val="002E4C"/>
                </a:solidFill>
                <a:latin typeface="Open Sans"/>
                <a:ea typeface="Open Sans"/>
                <a:cs typeface="Open Sans"/>
                <a:sym typeface="Open Sans"/>
              </a:defRPr>
            </a:lvl6pPr>
            <a:lvl7pPr indent="-330200" lvl="6" marL="3200400" rtl="0">
              <a:lnSpc>
                <a:spcPct val="115000"/>
              </a:lnSpc>
              <a:spcBef>
                <a:spcPts val="0"/>
              </a:spcBef>
              <a:spcAft>
                <a:spcPts val="0"/>
              </a:spcAft>
              <a:buClr>
                <a:srgbClr val="002E4C"/>
              </a:buClr>
              <a:buSzPts val="1600"/>
              <a:buFont typeface="Open Sans"/>
              <a:buAutoNum type="arabicPeriod"/>
              <a:defRPr sz="1600">
                <a:solidFill>
                  <a:srgbClr val="002E4C"/>
                </a:solidFill>
                <a:latin typeface="Open Sans"/>
                <a:ea typeface="Open Sans"/>
                <a:cs typeface="Open Sans"/>
                <a:sym typeface="Open Sans"/>
              </a:defRPr>
            </a:lvl7pPr>
            <a:lvl8pPr indent="-330200" lvl="7" marL="3657600" rtl="0">
              <a:lnSpc>
                <a:spcPct val="115000"/>
              </a:lnSpc>
              <a:spcBef>
                <a:spcPts val="0"/>
              </a:spcBef>
              <a:spcAft>
                <a:spcPts val="0"/>
              </a:spcAft>
              <a:buClr>
                <a:srgbClr val="002E4C"/>
              </a:buClr>
              <a:buSzPts val="1600"/>
              <a:buFont typeface="Open Sans"/>
              <a:buAutoNum type="alphaLcPeriod"/>
              <a:defRPr sz="1600">
                <a:solidFill>
                  <a:srgbClr val="002E4C"/>
                </a:solidFill>
                <a:latin typeface="Open Sans"/>
                <a:ea typeface="Open Sans"/>
                <a:cs typeface="Open Sans"/>
                <a:sym typeface="Open Sans"/>
              </a:defRPr>
            </a:lvl8pPr>
            <a:lvl9pPr indent="-330200" lvl="8" marL="4114800" rtl="0">
              <a:lnSpc>
                <a:spcPct val="115000"/>
              </a:lnSpc>
              <a:spcBef>
                <a:spcPts val="0"/>
              </a:spcBef>
              <a:spcAft>
                <a:spcPts val="0"/>
              </a:spcAft>
              <a:buClr>
                <a:srgbClr val="002E4C"/>
              </a:buClr>
              <a:buSzPts val="1600"/>
              <a:buFont typeface="Open Sans"/>
              <a:buAutoNum type="romanLcPeriod"/>
              <a:defRPr sz="1600">
                <a:solidFill>
                  <a:srgbClr val="002E4C"/>
                </a:solidFill>
                <a:latin typeface="Open Sans"/>
                <a:ea typeface="Open Sans"/>
                <a:cs typeface="Open Sans"/>
                <a:sym typeface="Open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Diseño personalizado">
  <p:cSld name="CUSTOM_2">
    <p:spTree>
      <p:nvGrpSpPr>
        <p:cNvPr id="25" name="Shape 25"/>
        <p:cNvGrpSpPr/>
        <p:nvPr/>
      </p:nvGrpSpPr>
      <p:grpSpPr>
        <a:xfrm>
          <a:off x="0" y="0"/>
          <a:ext cx="0" cy="0"/>
          <a:chOff x="0" y="0"/>
          <a:chExt cx="0" cy="0"/>
        </a:xfrm>
      </p:grpSpPr>
      <p:sp>
        <p:nvSpPr>
          <p:cNvPr id="26" name="Google Shape;26;p5"/>
          <p:cNvSpPr/>
          <p:nvPr/>
        </p:nvSpPr>
        <p:spPr>
          <a:xfrm>
            <a:off x="0" y="4686000"/>
            <a:ext cx="9144000" cy="457500"/>
          </a:xfrm>
          <a:prstGeom prst="rect">
            <a:avLst/>
          </a:prstGeom>
          <a:solidFill>
            <a:srgbClr val="00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 name="Google Shape;27;p5"/>
          <p:cNvPicPr preferRelativeResize="0"/>
          <p:nvPr/>
        </p:nvPicPr>
        <p:blipFill>
          <a:blip r:embed="rId2">
            <a:alphaModFix/>
          </a:blip>
          <a:stretch>
            <a:fillRect/>
          </a:stretch>
        </p:blipFill>
        <p:spPr>
          <a:xfrm>
            <a:off x="7220067" y="4770047"/>
            <a:ext cx="1377564" cy="289424"/>
          </a:xfrm>
          <a:prstGeom prst="rect">
            <a:avLst/>
          </a:prstGeom>
          <a:noFill/>
          <a:ln>
            <a:noFill/>
          </a:ln>
        </p:spPr>
      </p:pic>
      <p:sp>
        <p:nvSpPr>
          <p:cNvPr id="28" name="Google Shape;28;p5"/>
          <p:cNvSpPr/>
          <p:nvPr/>
        </p:nvSpPr>
        <p:spPr>
          <a:xfrm>
            <a:off x="8968150" y="4686025"/>
            <a:ext cx="175800" cy="4575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Última">
  <p:cSld name="CUSTOM_1">
    <p:bg>
      <p:bgPr>
        <a:solidFill>
          <a:srgbClr val="002E4C"/>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a:blip r:embed="rId2">
            <a:alphaModFix/>
          </a:blip>
          <a:stretch>
            <a:fillRect/>
          </a:stretch>
        </p:blipFill>
        <p:spPr>
          <a:xfrm>
            <a:off x="2868096" y="2100725"/>
            <a:ext cx="3407798" cy="9420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7"/>
          <p:cNvSpPr txBox="1"/>
          <p:nvPr>
            <p:ph type="title"/>
          </p:nvPr>
        </p:nvSpPr>
        <p:spPr>
          <a:xfrm>
            <a:off x="1676400" y="1123950"/>
            <a:ext cx="6676500" cy="9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600"/>
              <a:t>Módulo 20 - AI-Assisted Development and Git Mastery Objective</a:t>
            </a:r>
            <a:endParaRPr sz="2600"/>
          </a:p>
          <a:p>
            <a:pPr indent="0" lvl="0" marL="0" rtl="0" algn="l">
              <a:spcBef>
                <a:spcPts val="0"/>
              </a:spcBef>
              <a:spcAft>
                <a:spcPts val="0"/>
              </a:spcAft>
              <a:buNone/>
            </a:pPr>
            <a:r>
              <a:t/>
            </a:r>
            <a:endParaRPr/>
          </a:p>
        </p:txBody>
      </p:sp>
      <p:sp>
        <p:nvSpPr>
          <p:cNvPr id="36" name="Google Shape;36;p7"/>
          <p:cNvSpPr txBox="1"/>
          <p:nvPr>
            <p:ph idx="1" type="subTitle"/>
          </p:nvPr>
        </p:nvSpPr>
        <p:spPr>
          <a:xfrm>
            <a:off x="1676400" y="2324000"/>
            <a:ext cx="3790800" cy="63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Eloy Jiménez Medina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8"/>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1.- Inicializar repositorio</a:t>
            </a:r>
            <a:endParaRPr/>
          </a:p>
        </p:txBody>
      </p:sp>
      <p:sp>
        <p:nvSpPr>
          <p:cNvPr id="42" name="Google Shape;42;p8"/>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t>
            </a:r>
            <a:r>
              <a:rPr lang="es"/>
              <a:t>git init”</a:t>
            </a:r>
            <a:endParaRPr/>
          </a:p>
        </p:txBody>
      </p:sp>
      <p:sp>
        <p:nvSpPr>
          <p:cNvPr id="43" name="Google Shape;43;p8"/>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Antes de subir los cambios de </a:t>
            </a:r>
            <a:r>
              <a:rPr lang="es"/>
              <a:t>código</a:t>
            </a:r>
            <a:r>
              <a:rPr lang="es"/>
              <a:t> a nuestro repositorio remoto en GitHub, primero debemos inicializarlo en local. Para ello ejecutamos el comando “git init” para generar un repositorio local que queda alojado dentro de la carpeta de nuestro proyecto.</a:t>
            </a:r>
            <a:endParaRPr/>
          </a:p>
        </p:txBody>
      </p:sp>
      <p:pic>
        <p:nvPicPr>
          <p:cNvPr id="44" name="Google Shape;44;p8" title="Captura de pantalla 2026-05-12 122742.png"/>
          <p:cNvPicPr preferRelativeResize="0"/>
          <p:nvPr/>
        </p:nvPicPr>
        <p:blipFill rotWithShape="1">
          <a:blip r:embed="rId3">
            <a:alphaModFix/>
          </a:blip>
          <a:srcRect b="74737" l="0" r="22684" t="0"/>
          <a:stretch/>
        </p:blipFill>
        <p:spPr>
          <a:xfrm>
            <a:off x="795250" y="3733650"/>
            <a:ext cx="7556893" cy="457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9"/>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2.- Conectar con el repositorio remoto (GitHub)</a:t>
            </a:r>
            <a:endParaRPr/>
          </a:p>
        </p:txBody>
      </p:sp>
      <p:sp>
        <p:nvSpPr>
          <p:cNvPr id="50" name="Google Shape;50;p9"/>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remote add origin *url*”</a:t>
            </a:r>
            <a:endParaRPr/>
          </a:p>
        </p:txBody>
      </p:sp>
      <p:sp>
        <p:nvSpPr>
          <p:cNvPr id="51" name="Google Shape;51;p9"/>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Después</a:t>
            </a:r>
            <a:r>
              <a:rPr lang="es"/>
              <a:t> de inicializar </a:t>
            </a:r>
            <a:r>
              <a:rPr lang="es"/>
              <a:t>nuestro</a:t>
            </a:r>
            <a:r>
              <a:rPr lang="es"/>
              <a:t> repositorio local, vamos a configurar la conexión de este con el repositorio remoto de GitHub. Para ello, emplearemos el comando “git remote add origin *url de nuestro repositorio remoto*”. </a:t>
            </a:r>
            <a:r>
              <a:rPr lang="es"/>
              <a:t>Después</a:t>
            </a:r>
            <a:r>
              <a:rPr lang="es"/>
              <a:t> de esto, ya podremos subir todos los commits que hagamos en nuestro proyecto.</a:t>
            </a:r>
            <a:endParaRPr/>
          </a:p>
        </p:txBody>
      </p:sp>
      <p:pic>
        <p:nvPicPr>
          <p:cNvPr id="52" name="Google Shape;52;p9" title="Captura de pantalla 2026-05-12 122742.png"/>
          <p:cNvPicPr preferRelativeResize="0"/>
          <p:nvPr/>
        </p:nvPicPr>
        <p:blipFill rotWithShape="1">
          <a:blip r:embed="rId3">
            <a:alphaModFix/>
          </a:blip>
          <a:srcRect b="62077" l="0" r="448" t="27068"/>
          <a:stretch/>
        </p:blipFill>
        <p:spPr>
          <a:xfrm>
            <a:off x="795250" y="4032405"/>
            <a:ext cx="7857299" cy="1587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0"/>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3.- Añadir archivos y comprobar estado</a:t>
            </a:r>
            <a:endParaRPr/>
          </a:p>
        </p:txBody>
      </p:sp>
      <p:sp>
        <p:nvSpPr>
          <p:cNvPr id="58" name="Google Shape;58;p10"/>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add *file* &amp; git status”</a:t>
            </a:r>
            <a:endParaRPr/>
          </a:p>
        </p:txBody>
      </p:sp>
      <p:sp>
        <p:nvSpPr>
          <p:cNvPr id="59" name="Google Shape;59;p10"/>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Luego de haber hecho cambios en los archivos del proyecto (en este caso en index.html), seleccionamos y añadimos dichos cambios con “git add index.html” para luego realizar el commit. Luego, para comprobar si dichos cambios se han agregado correctamente, comprobamos el estado del repositorio local con git status.</a:t>
            </a:r>
            <a:endParaRPr/>
          </a:p>
        </p:txBody>
      </p:sp>
      <p:pic>
        <p:nvPicPr>
          <p:cNvPr id="60" name="Google Shape;60;p10" title="Captura de pantalla 2026-05-12 122742.png"/>
          <p:cNvPicPr preferRelativeResize="0"/>
          <p:nvPr/>
        </p:nvPicPr>
        <p:blipFill rotWithShape="1">
          <a:blip r:embed="rId3">
            <a:alphaModFix/>
          </a:blip>
          <a:srcRect b="49212" l="0" r="41072" t="38736"/>
          <a:stretch/>
        </p:blipFill>
        <p:spPr>
          <a:xfrm>
            <a:off x="1148225" y="3208375"/>
            <a:ext cx="6847550" cy="259500"/>
          </a:xfrm>
          <a:prstGeom prst="rect">
            <a:avLst/>
          </a:prstGeom>
          <a:noFill/>
          <a:ln>
            <a:noFill/>
          </a:ln>
        </p:spPr>
      </p:pic>
      <p:pic>
        <p:nvPicPr>
          <p:cNvPr id="61" name="Google Shape;61;p10"/>
          <p:cNvPicPr preferRelativeResize="0"/>
          <p:nvPr/>
        </p:nvPicPr>
        <p:blipFill>
          <a:blip r:embed="rId4">
            <a:alphaModFix/>
          </a:blip>
          <a:stretch>
            <a:fillRect/>
          </a:stretch>
        </p:blipFill>
        <p:spPr>
          <a:xfrm>
            <a:off x="2887388" y="3513400"/>
            <a:ext cx="3590925" cy="1104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1"/>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4.- Realizar commit de los cambios</a:t>
            </a:r>
            <a:endParaRPr/>
          </a:p>
        </p:txBody>
      </p:sp>
      <p:sp>
        <p:nvSpPr>
          <p:cNvPr id="67" name="Google Shape;67;p11"/>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commit -m *message of commit*”</a:t>
            </a:r>
            <a:endParaRPr/>
          </a:p>
        </p:txBody>
      </p:sp>
      <p:sp>
        <p:nvSpPr>
          <p:cNvPr id="68" name="Google Shape;68;p11"/>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Luego de agregar correctamente los cambios, realizaremos y guardaremos el commit de dichos cambios con el comando “git commit -m *mensaje del commit*”. El mensaje del commit debe de ser descriptivo con respecto a los cambios que contiene para obtener un buen control de versiones de nuestro programa.</a:t>
            </a:r>
            <a:endParaRPr/>
          </a:p>
        </p:txBody>
      </p:sp>
      <p:pic>
        <p:nvPicPr>
          <p:cNvPr id="69" name="Google Shape;69;p11" title="Captura de pantalla 2026-05-12 122742.png"/>
          <p:cNvPicPr preferRelativeResize="0"/>
          <p:nvPr/>
        </p:nvPicPr>
        <p:blipFill rotWithShape="1">
          <a:blip r:embed="rId3">
            <a:alphaModFix/>
          </a:blip>
          <a:srcRect b="0" l="0" r="29528" t="51100"/>
          <a:stretch/>
        </p:blipFill>
        <p:spPr>
          <a:xfrm>
            <a:off x="795250" y="3180876"/>
            <a:ext cx="7857299" cy="1010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2"/>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5.- Subir cambios al repositorio remoto</a:t>
            </a:r>
            <a:endParaRPr/>
          </a:p>
        </p:txBody>
      </p:sp>
      <p:sp>
        <p:nvSpPr>
          <p:cNvPr id="75" name="Google Shape;75;p12"/>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push </a:t>
            </a:r>
            <a:r>
              <a:rPr lang="es"/>
              <a:t>--set-upstream origin master”</a:t>
            </a:r>
            <a:r>
              <a:rPr lang="es"/>
              <a:t> </a:t>
            </a:r>
            <a:endParaRPr/>
          </a:p>
        </p:txBody>
      </p:sp>
      <p:sp>
        <p:nvSpPr>
          <p:cNvPr id="76" name="Google Shape;76;p12"/>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Por último, para subir los cambios empleamos el comando “git push”. Al ser el primer push que realizamos sobre el repositorio, debemos de agregarle al comando “--set-upstream origin master” para que git recuerde que la rama master local está vinculada directamente con master en origin (GitHub). Después de ejecutar el comando se abrirá la </a:t>
            </a:r>
            <a:r>
              <a:rPr lang="es"/>
              <a:t>página</a:t>
            </a:r>
            <a:r>
              <a:rPr lang="es"/>
              <a:t> de github en el navegador para autorizar a Git subir y modificar el repositorio remoto. Una vez hecho esto, los cambios se </a:t>
            </a:r>
            <a:r>
              <a:rPr lang="es"/>
              <a:t>subirán</a:t>
            </a:r>
            <a:r>
              <a:rPr lang="es"/>
              <a:t> y no </a:t>
            </a:r>
            <a:r>
              <a:rPr lang="es"/>
              <a:t>hará</a:t>
            </a:r>
            <a:r>
              <a:rPr lang="es"/>
              <a:t> </a:t>
            </a:r>
            <a:r>
              <a:rPr lang="es"/>
              <a:t>falta volver</a:t>
            </a:r>
            <a:r>
              <a:rPr lang="es"/>
              <a:t> a autorizar a Git para hacer pushs.</a:t>
            </a:r>
            <a:endParaRPr/>
          </a:p>
        </p:txBody>
      </p:sp>
      <p:pic>
        <p:nvPicPr>
          <p:cNvPr id="77" name="Google Shape;77;p12" title="Captura de pantalla 2026-05-12 122810.png"/>
          <p:cNvPicPr preferRelativeResize="0"/>
          <p:nvPr/>
        </p:nvPicPr>
        <p:blipFill>
          <a:blip r:embed="rId3">
            <a:alphaModFix/>
          </a:blip>
          <a:stretch>
            <a:fillRect/>
          </a:stretch>
        </p:blipFill>
        <p:spPr>
          <a:xfrm>
            <a:off x="1700574" y="4116700"/>
            <a:ext cx="3113277" cy="1026800"/>
          </a:xfrm>
          <a:prstGeom prst="rect">
            <a:avLst/>
          </a:prstGeom>
          <a:noFill/>
          <a:ln>
            <a:noFill/>
          </a:ln>
        </p:spPr>
      </p:pic>
      <p:pic>
        <p:nvPicPr>
          <p:cNvPr id="78" name="Google Shape;78;p12" title="Captura de pantalla 2026-05-12 122821.png"/>
          <p:cNvPicPr preferRelativeResize="0"/>
          <p:nvPr/>
        </p:nvPicPr>
        <p:blipFill>
          <a:blip r:embed="rId4">
            <a:alphaModFix/>
          </a:blip>
          <a:stretch>
            <a:fillRect/>
          </a:stretch>
        </p:blipFill>
        <p:spPr>
          <a:xfrm>
            <a:off x="4813850" y="4116700"/>
            <a:ext cx="2460950" cy="1026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3"/>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6.- Crear nueva rama</a:t>
            </a:r>
            <a:endParaRPr/>
          </a:p>
        </p:txBody>
      </p:sp>
      <p:sp>
        <p:nvSpPr>
          <p:cNvPr id="84" name="Google Shape;84;p13"/>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checkout -b *name of new branch*”</a:t>
            </a:r>
            <a:endParaRPr/>
          </a:p>
        </p:txBody>
      </p:sp>
      <p:sp>
        <p:nvSpPr>
          <p:cNvPr id="85" name="Google Shape;85;p13"/>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Después de haber subido nuestro programa al repositorio, vamos a realizar una actualización de funciones. Para ello vamos a crear una rama que sirva </a:t>
            </a:r>
            <a:r>
              <a:rPr lang="es"/>
              <a:t>específicamente</a:t>
            </a:r>
            <a:r>
              <a:rPr lang="es"/>
              <a:t> para ello y </a:t>
            </a:r>
            <a:r>
              <a:rPr lang="es"/>
              <a:t>así</a:t>
            </a:r>
            <a:r>
              <a:rPr lang="es"/>
              <a:t> solo incluir las nuevas funciones cuando </a:t>
            </a:r>
            <a:r>
              <a:rPr lang="es"/>
              <a:t>estén</a:t>
            </a:r>
            <a:r>
              <a:rPr lang="es"/>
              <a:t> terminadas y funcionales. Para crear dicha rama y cambiar directamente a ella, ejecutamos el comando “git checkout -b *nombre de rama*”.</a:t>
            </a:r>
            <a:endParaRPr/>
          </a:p>
        </p:txBody>
      </p:sp>
      <p:pic>
        <p:nvPicPr>
          <p:cNvPr id="86" name="Google Shape;86;p13" title="Captura de pantalla 2026-05-12 123018.png"/>
          <p:cNvPicPr preferRelativeResize="0"/>
          <p:nvPr/>
        </p:nvPicPr>
        <p:blipFill rotWithShape="1">
          <a:blip r:embed="rId3">
            <a:alphaModFix/>
          </a:blip>
          <a:srcRect b="0" l="0" r="0" t="51667"/>
          <a:stretch/>
        </p:blipFill>
        <p:spPr>
          <a:xfrm>
            <a:off x="795250" y="3769883"/>
            <a:ext cx="7857301" cy="4212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7.- Realizar commit y push desde la rama</a:t>
            </a:r>
            <a:endParaRPr/>
          </a:p>
        </p:txBody>
      </p:sp>
      <p:sp>
        <p:nvSpPr>
          <p:cNvPr id="92" name="Google Shape;92;p14"/>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add *archivo*”, “git commit -m *message*” and “git push -u origin *name of branch*”</a:t>
            </a:r>
            <a:endParaRPr/>
          </a:p>
        </p:txBody>
      </p:sp>
      <p:sp>
        <p:nvSpPr>
          <p:cNvPr id="93" name="Google Shape;93;p14"/>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Después de haber terminado de programar las nuevas funciones, repetimos el proceso de commit de cambios. Añadimos los cambios con “git add”, luego creamos el commit con “git commit -m” y subimos dichos cambios con “git push”.</a:t>
            </a:r>
            <a:endParaRPr/>
          </a:p>
        </p:txBody>
      </p:sp>
      <p:pic>
        <p:nvPicPr>
          <p:cNvPr id="94" name="Google Shape;94;p14"/>
          <p:cNvPicPr preferRelativeResize="0"/>
          <p:nvPr/>
        </p:nvPicPr>
        <p:blipFill>
          <a:blip r:embed="rId3">
            <a:alphaModFix/>
          </a:blip>
          <a:stretch>
            <a:fillRect/>
          </a:stretch>
        </p:blipFill>
        <p:spPr>
          <a:xfrm>
            <a:off x="2184022" y="3222072"/>
            <a:ext cx="5079749" cy="1440325"/>
          </a:xfrm>
          <a:prstGeom prst="rect">
            <a:avLst/>
          </a:prstGeom>
          <a:noFill/>
          <a:ln>
            <a:noFill/>
          </a:ln>
        </p:spPr>
      </p:pic>
      <p:pic>
        <p:nvPicPr>
          <p:cNvPr id="95" name="Google Shape;95;p14" title="Captura de pantalla 2026-05-12 122742.png"/>
          <p:cNvPicPr preferRelativeResize="0"/>
          <p:nvPr/>
        </p:nvPicPr>
        <p:blipFill rotWithShape="1">
          <a:blip r:embed="rId4">
            <a:alphaModFix/>
          </a:blip>
          <a:srcRect b="49212" l="0" r="41072" t="38736"/>
          <a:stretch/>
        </p:blipFill>
        <p:spPr>
          <a:xfrm>
            <a:off x="1148225" y="2962575"/>
            <a:ext cx="6847550" cy="25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8.- Fusionar la rama dentro del master (o main)</a:t>
            </a:r>
            <a:endParaRPr/>
          </a:p>
        </p:txBody>
      </p:sp>
      <p:sp>
        <p:nvSpPr>
          <p:cNvPr id="101" name="Google Shape;101;p15"/>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checkout master” &amp; “git merge *name of branch*”</a:t>
            </a:r>
            <a:endParaRPr/>
          </a:p>
        </p:txBody>
      </p:sp>
      <p:sp>
        <p:nvSpPr>
          <p:cNvPr id="102" name="Google Shape;102;p15"/>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 haber terminado de realizar los cambios con la rama, regresamos a la rama principal (main o master) con “git checkout” y fusionamos la rama que creamos anteriormente con “git merge”.</a:t>
            </a:r>
            <a:endParaRPr/>
          </a:p>
        </p:txBody>
      </p:sp>
      <p:pic>
        <p:nvPicPr>
          <p:cNvPr id="103" name="Google Shape;103;p15"/>
          <p:cNvPicPr preferRelativeResize="0"/>
          <p:nvPr/>
        </p:nvPicPr>
        <p:blipFill>
          <a:blip r:embed="rId3">
            <a:alphaModFix/>
          </a:blip>
          <a:stretch>
            <a:fillRect/>
          </a:stretch>
        </p:blipFill>
        <p:spPr>
          <a:xfrm>
            <a:off x="2461700" y="2905263"/>
            <a:ext cx="4524375" cy="1285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9.- Subir fusión al repositorio remoto</a:t>
            </a:r>
            <a:endParaRPr/>
          </a:p>
        </p:txBody>
      </p:sp>
      <p:sp>
        <p:nvSpPr>
          <p:cNvPr id="109" name="Google Shape;109;p16"/>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push -u origin master”</a:t>
            </a:r>
            <a:endParaRPr/>
          </a:p>
        </p:txBody>
      </p:sp>
      <p:sp>
        <p:nvSpPr>
          <p:cNvPr id="110" name="Google Shape;110;p16"/>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a:t>Después de realizar la fusión de rama dentro de la principal, debemos hacer uso de “git push” ya que sino la</a:t>
            </a:r>
            <a:r>
              <a:rPr lang="es"/>
              <a:t> fusión solo se realizará de manera local.</a:t>
            </a:r>
            <a:endParaRPr/>
          </a:p>
        </p:txBody>
      </p:sp>
      <p:pic>
        <p:nvPicPr>
          <p:cNvPr id="111" name="Google Shape;111;p16"/>
          <p:cNvPicPr preferRelativeResize="0"/>
          <p:nvPr/>
        </p:nvPicPr>
        <p:blipFill>
          <a:blip r:embed="rId3">
            <a:alphaModFix/>
          </a:blip>
          <a:stretch>
            <a:fillRect/>
          </a:stretch>
        </p:blipFill>
        <p:spPr>
          <a:xfrm>
            <a:off x="1159538" y="2990075"/>
            <a:ext cx="6824925" cy="1201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10.- Crear README.md</a:t>
            </a:r>
            <a:endParaRPr/>
          </a:p>
        </p:txBody>
      </p:sp>
      <p:sp>
        <p:nvSpPr>
          <p:cNvPr id="117" name="Google Shape;117;p17"/>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 add README.md”, “git commit -m “mensaje” &amp; “git push”</a:t>
            </a:r>
            <a:endParaRPr/>
          </a:p>
        </p:txBody>
      </p:sp>
      <p:sp>
        <p:nvSpPr>
          <p:cNvPr id="118" name="Google Shape;118;p17"/>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Habiendo terminado completamente con el desarrollo de nuestro programa, la inclusión de un README.md que explique la estructura y funcionalidades de dicho programa es fundamental para que el usuario conozca mejor para que sirve nuestro programa. Creamos el archivo con el IDE y cuando lo hayamos redactado completamente, “git add” para añadirlo, “git commit” para realizar el commit y “git push” para subirlo al repositorio de GitHub.</a:t>
            </a:r>
            <a:endParaRPr/>
          </a:p>
        </p:txBody>
      </p:sp>
      <p:pic>
        <p:nvPicPr>
          <p:cNvPr id="119" name="Google Shape;119;p17"/>
          <p:cNvPicPr preferRelativeResize="0"/>
          <p:nvPr/>
        </p:nvPicPr>
        <p:blipFill rotWithShape="1">
          <a:blip r:embed="rId3">
            <a:alphaModFix/>
          </a:blip>
          <a:srcRect b="15398" l="0" r="0" t="0"/>
          <a:stretch/>
        </p:blipFill>
        <p:spPr>
          <a:xfrm>
            <a:off x="313075" y="3804823"/>
            <a:ext cx="4848225" cy="813900"/>
          </a:xfrm>
          <a:prstGeom prst="rect">
            <a:avLst/>
          </a:prstGeom>
          <a:noFill/>
          <a:ln>
            <a:noFill/>
          </a:ln>
        </p:spPr>
      </p:pic>
      <p:pic>
        <p:nvPicPr>
          <p:cNvPr id="120" name="Google Shape;120;p17"/>
          <p:cNvPicPr preferRelativeResize="0"/>
          <p:nvPr/>
        </p:nvPicPr>
        <p:blipFill rotWithShape="1">
          <a:blip r:embed="rId3">
            <a:alphaModFix/>
          </a:blip>
          <a:srcRect b="0" l="0" r="28026" t="83997"/>
          <a:stretch/>
        </p:blipFill>
        <p:spPr>
          <a:xfrm>
            <a:off x="5273688" y="4134800"/>
            <a:ext cx="3489500" cy="153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11.- Obtener el enlace de la página</a:t>
            </a:r>
            <a:endParaRPr/>
          </a:p>
        </p:txBody>
      </p:sp>
      <p:sp>
        <p:nvSpPr>
          <p:cNvPr id="126" name="Google Shape;126;p18"/>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GitHub Pages</a:t>
            </a:r>
            <a:endParaRPr/>
          </a:p>
        </p:txBody>
      </p:sp>
      <p:sp>
        <p:nvSpPr>
          <p:cNvPr id="127" name="Google Shape;127;p18"/>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Para obtener el enlace de nuestra página del programa, en GitHub hacemos click en Settings, luego bajamos hasta la sección Pages y en esta en el apartado source seleccionamos la opción GitHub Actions. Finalmente obtenemos el enlace.</a:t>
            </a:r>
            <a:endParaRPr/>
          </a:p>
        </p:txBody>
      </p:sp>
      <p:pic>
        <p:nvPicPr>
          <p:cNvPr id="128" name="Google Shape;128;p18"/>
          <p:cNvPicPr preferRelativeResize="0"/>
          <p:nvPr/>
        </p:nvPicPr>
        <p:blipFill>
          <a:blip r:embed="rId3">
            <a:alphaModFix/>
          </a:blip>
          <a:stretch>
            <a:fillRect/>
          </a:stretch>
        </p:blipFill>
        <p:spPr>
          <a:xfrm>
            <a:off x="0" y="3750681"/>
            <a:ext cx="4572000" cy="1392819"/>
          </a:xfrm>
          <a:prstGeom prst="rect">
            <a:avLst/>
          </a:prstGeom>
          <a:noFill/>
          <a:ln>
            <a:noFill/>
          </a:ln>
        </p:spPr>
      </p:pic>
      <p:pic>
        <p:nvPicPr>
          <p:cNvPr id="129" name="Google Shape;129;p18"/>
          <p:cNvPicPr preferRelativeResize="0"/>
          <p:nvPr/>
        </p:nvPicPr>
        <p:blipFill>
          <a:blip r:embed="rId4">
            <a:alphaModFix/>
          </a:blip>
          <a:stretch>
            <a:fillRect/>
          </a:stretch>
        </p:blipFill>
        <p:spPr>
          <a:xfrm>
            <a:off x="4572000" y="2887099"/>
            <a:ext cx="4571998" cy="2256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795250" y="3841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12.- Resultado final</a:t>
            </a:r>
            <a:endParaRPr/>
          </a:p>
        </p:txBody>
      </p:sp>
      <p:sp>
        <p:nvSpPr>
          <p:cNvPr id="135" name="Google Shape;135;p19"/>
          <p:cNvSpPr txBox="1"/>
          <p:nvPr>
            <p:ph idx="1" type="subTitle"/>
          </p:nvPr>
        </p:nvSpPr>
        <p:spPr>
          <a:xfrm>
            <a:off x="795250" y="1005250"/>
            <a:ext cx="7857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Navegador</a:t>
            </a:r>
            <a:endParaRPr/>
          </a:p>
        </p:txBody>
      </p:sp>
      <p:sp>
        <p:nvSpPr>
          <p:cNvPr id="136" name="Google Shape;136;p19"/>
          <p:cNvSpPr txBox="1"/>
          <p:nvPr>
            <p:ph idx="2" type="body"/>
          </p:nvPr>
        </p:nvSpPr>
        <p:spPr>
          <a:xfrm>
            <a:off x="795250" y="1733550"/>
            <a:ext cx="7857300" cy="245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Finalmente, al usar el enlace obtenido desde el apartado Pages de Settings, visualizamos el resultado final de nuestro programa:</a:t>
            </a:r>
            <a:endParaRPr/>
          </a:p>
        </p:txBody>
      </p:sp>
      <p:pic>
        <p:nvPicPr>
          <p:cNvPr id="137" name="Google Shape;137;p19"/>
          <p:cNvPicPr preferRelativeResize="0"/>
          <p:nvPr/>
        </p:nvPicPr>
        <p:blipFill>
          <a:blip r:embed="rId3">
            <a:alphaModFix/>
          </a:blip>
          <a:stretch>
            <a:fillRect/>
          </a:stretch>
        </p:blipFill>
        <p:spPr>
          <a:xfrm>
            <a:off x="2286001" y="2411349"/>
            <a:ext cx="4572000" cy="2232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AC">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